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3200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8FAFC"/>
                </a:solidFill>
              </a:defRPr>
            </a:pPr>
            <a:r>
              <a:t>OPERATING SYSTEMS 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Adaptive CPU Scheduling Optimizer</a:t>
            </a:r>
          </a:p>
          <a:p>
            <a:pPr>
              <a:defRPr sz="2400" b="1">
                <a:solidFill>
                  <a:srgbClr val="38BDF8"/>
                </a:solidFill>
              </a:defRPr>
            </a:pPr>
            <a:r>
              <a:t>Using Real-System Workload Analysis on Windows 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94A3B8"/>
                </a:solidFill>
              </a:defRPr>
            </a:pPr>
            <a:r>
              <a:t>An empirical demonstration comparing First-Come, First-Served (FCFS) Baseline vs. Workload-Aware Priority Modulation with Dynamic Aging Watchdogs under hardware-saturating CPU contention and multi-tab browser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3474720" cy="13716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38BDF8"/>
                </a:solidFill>
              </a:defRPr>
            </a:pPr>
            <a:r>
              <a:t>Core Technology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Native Win32 C99 Engine (Zero Python/Node dependencies on target)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4663440"/>
            <a:ext cx="3474720" cy="13716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Hardware Grounding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QueryPerformanceCounter (&lt;1µs precision) &amp; Live Win32 Telemetry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4663440"/>
            <a:ext cx="3474720" cy="13716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4754880"/>
            <a:ext cx="3108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Real Application Workload</a:t>
            </a:r>
          </a:p>
          <a:p>
            <a:pPr>
              <a:defRPr sz="1000">
                <a:solidFill>
                  <a:srgbClr val="F8FAFC"/>
                </a:solidFill>
              </a:defRPr>
            </a:pPr>
            <a:r>
              <a:t>Automated 10-Tab Google Chrome / Microsoft Edge Contention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PROBLEM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Challenge: Interactive Responsiveness Under CPU Contention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standard non-preemptive or equal-share scheduling causes severe user experience degradation.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The Real-World Bottleneck: The Convoy Effect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Modern desktops concurrently run long batch operations (cryptographic hashing, data analytics, media rendering) alongside latency-critical interactive applications (web browsers, GUIs).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Under naive First-Come, First-Served (FCFS) or equal-share round-robin scheduling, short interactive tasks are placed at the rear of ready queues.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Interactive requests must wait for long compute-bound jobs to exhaust their CPU quanta (Head-of-Line Blocking).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Consequence: Dropped display frames, input lag, unresponsive UI, and degraded user satisfaction despite multi-core modern hardware.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Research Objectives &amp; Project Scope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Design and implement a workload-aware user-space scheduling optimizer targeting modern multi-core Windows architectures.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Ground scheduling decisions in live Win32 system telemetry (host CPU load, active threads, available cores).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Demonstrate cooperative preemption and dynamic Win32 thread priority modulation (Normal vs Lowest).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Integrate an Aging Watchdog mechanism to mathematically eliminate starvation of background jobs.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Validate results empirically through both a theoretical synthetic lab and an automated 10-tab live Google Chrome benchmark.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THEORETICAL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Core Operating System Scheduling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The mathematical and algorithmic tenets implemented and visualized in this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1. FCFS &amp; Head-of-Line Blocking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Jobs are dispatched strictly in arrival sequence without interruption.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Algorithm complexity is minimal: O(1) queue insertion and removal.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scheduling overhead and excellent hardware cache locality.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Critical weakness: Severe variance in waiting time (Convoy Effect) when long burst tasks arrive prior to short interactive tasks.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2. Priority &amp; Preemption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Tasks are classified into priority tiers based on burst profile and interactivity.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Interactive tasks receive elevated priority; computational batch jobs are demoted.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Preemptive Dispatch: The scheduler interrupts executing low-priority threads the microsecond a high-priority task arrives.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Slashes interactive queue wait time by up to 90%.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Dynamic Aging &amp; Starvation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Fundamental risk of pure priority scheduling: Starvation (indefinite blocking of batch tasks).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Solution: Dynamic Aging Watchdog.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As a low-priority thread waits in the ready queue, its effective priority increases monotonically with time.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 our implementation: Threshold of 1,200ms triggers a temporary boost to guarantee forward execution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ENGINEERING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Native Win32 C99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Lightweight, dependency-free implementation interacting directly with Windows NT kernel APIs.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High-Precision Hardware Timing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Utilizes Windows QueryPerformanceCounter (QPC) and QueryPerformanceFrequency.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Sub-microsecond timer resolution (~10 MHz clock frequency).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Accurately measures arrival delays, CPU service times, and queue latency with zero simulated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Kernel Interfacing &amp; Thread Modulation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Uses Win32 SetThreadPriority to modulate worker priorities (NORMAL level 8 vs LOWEST level 4).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Leak-proof process lifecycle managed via Win32 Job Objects (JOB_OBJECT_LIMIT_KILL_ON_JOB_CLOSE).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Hardware-aware concurrency: automatically detects and saturates all host logical processors.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Full-Stack Embedded Web Architecture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Runtime Dependencies: Fully written in standard ISO C99; zero Python, Node.js, or external web servers required on target PC.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Embedded Win32 Winsock HTTP Server: High-performance non-blocking socket loop serving static web UI and REST JSON endpoints.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RESTful Control Endpoints: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 • /api/telemetry — Host hardware specs &amp; live CPU load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 • /api/experiment/run_fcfs &amp; run_adaptive — Theory lab execution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 • /api/real_browser/start &amp; status — Live browser benchmark orchestration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Single-Screen Responsive Dashboard: Built with native HTML5 Canvas, modern CSS, and JavaScript event loops.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REAL-WORLD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Experiment 1: 10-Tab Browser Contention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Evaluating real browser responsiveness during hardware-saturating background cryptographic hashing.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1. Background CPU Contention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Native C engine spawns concurrent worker threads matching host logical cores (e.g. 24 threads on Intel i7-13700HX).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Workers execute continuous loops of pseudo-SHA-256 and matrix multiplication.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sleep calls: saturates all cores to generate genuine, continuous CPU contention.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Tracks completed hash rounds into the billions.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2. Isolated Multi-Tab Launch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Spawns Google Chrome or Microsoft Edge in an isolated temporary profile (%TEMP%\sched_browser_test_*).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Completely safe: User's personal browser profile, cookies, and history are never accessed.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Opens 10 concurrent tabs running intensive client-side DOM and Canvas workloads.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Win32 Job Object automatically terminates only test tabs on completion.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3. In-Tab Telemetry Measurement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DOM Batching: 1,500 styled DOM items generated across 25 frames.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Active 2D Canvas Rasterization: Multi-frame trigonometric wave rendering.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Event Loop Queue Delay: Measures actual vs scheduled setTimeout(50ms) timestamps to quantify main-thread UI freezing.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Automated telemetry feedback: Tabs report load time and event delay via REST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POLICY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Scheduling Mechanics: FCFS vs Adaptive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How the Windows NT dispatcher handles thread quanta under each experimental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Policy A: FCFS Baseline (Equal Share)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Configuration: Background hashing threads run at THREAD_PRIORITY_NORMAL (Windows base priority 8).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Kernel Treatment: The Windows NT scheduler treats background compute threads and Chrome renderer threads with identical priority.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Execution Behavior: Chrome renderer threads must wait in line for background threads to exhaust their time slices (quanta).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Visual Impact: Red/Orange progress bars creep slowly across the screen with visible stutter.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Measured Outcome: ~11,564 ms average tab completion time under heavy contention.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Policy B: Adaptive Priority + Aging Watchdog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Initial Demotion: Background workers are immediately demoted to THREAD_PRIORITY_LOWEST (Windows base priority 4).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Preemptive Execution: Windows scheduler prioritizes Chrome threads (levels 8-10), granting them instant CPU quanta without queue waiting.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Aging Watchdog: Dedicated scheduler thread tracks background starvation; triggers a 160ms boost to NORMAL priority every 1,200ms.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Visual Impact: Vibrant cyan progress bars rush forward smoothly; priority badges actively modulate.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Measured Outcome: ~5,448 ms average tab completion time (52.9% Faster!).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Quantitative Findings: Real Browser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Measured metrics collected across 10 concurrent tabs on an Intel Core i7-13700HX (24 Logical Processors).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Performance Metric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Policy A: FCFS Baseline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Policy B: Adaptive Priority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38BDF8"/>
                          </a:solidFill>
                        </a:defRPr>
                      </a:pPr>
                      <a:r>
                        <a:t>Empirical Improvement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Average Tab Load Latency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11,564.3 ms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5,448.3 ms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52.9% Faster Page Load (✔)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Main-Thread Event Loop Lag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98.2 ms delay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85.9 ms delay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12.6% Lower Event Delay (✔)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Background Execution Makespan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10,258.8 ms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5,833.7 ms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t>Overhead Absorbed via Idle Quanta</a:t>
                      </a:r>
                    </a:p>
                  </a:txBody>
                  <a:tcPr>
                    <a:solidFill>
                      <a:srgbClr val="18213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3931920"/>
            <a:ext cx="5212080" cy="23774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Visual Bar Chart Representation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Dashboard features a Gantt-style horizontal timeline comparison bar.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FCFS bar stretches across 100% of width (11,564ms) showing queue stalling.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Adaptive bar is cut in half (5,448ms) showing instant preemptive execution.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Gives professors and evaluators instant visual verification of results.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931920"/>
            <a:ext cx="5212080" cy="23774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41148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Academic Integrity &amp; Dynamic Evaluation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Results are computed dynamically from actual millisecond deltas.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The system never hardcodes winners: if FCFS performs better under low contention, the UI truthfully declares FCFS the winner with amber badges.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Under true core saturation, Adaptive consistently dominates interactive responsiveness.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EDUCATIONAL DEMONSTRATOR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Experiment 2: 4-Stage Guided OS Theory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An interactive pedagogical laboratory demonstrating synthetic task queue dynamics and preemption.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38BDF8"/>
                </a:solidFill>
              </a:defRPr>
            </a:pPr>
            <a:r>
              <a:t>STAGE 1: CAPTURE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Samples live Windows host CPU utilization via NtQuerySystemInformation to ground experiment parameters in actual PC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698480" cy="10058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26079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10B981"/>
                </a:solidFill>
              </a:defRPr>
            </a:pPr>
            <a:r>
              <a:t>STAGE 2: PREPARE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Derives a calibrated synthetic task workload mix: long background compute batches (B1, B2) and latency-sensitive interactive requests (I1).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698480" cy="10058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69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F59E0B"/>
                </a:solidFill>
              </a:defRPr>
            </a:pPr>
            <a:r>
              <a:t>STAGE 3: OBSERVE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Executes FCFS vs Adaptive live. Allows real-time injection of urgent tasks to visibly demonstrate Head-of-Line Blocking vs Preemption.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74920"/>
            <a:ext cx="10698480" cy="100584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A855F7"/>
                </a:solidFill>
              </a:defRPr>
            </a:pPr>
            <a:r>
              <a:t>STAGE 4: REPLAY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Step-by-step interactive timeline playback with Play/Pause controls, dual Gantt charts, and microsecond turnaround breakdowns.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THEORETICAL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Fundamental Operating System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Why no single scheduling algorithm is universally superior under all operating conditions.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</a:defRPr>
            </a:pPr>
            <a:r>
              <a:t>When FCFS is Optimal (Low Contention)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Algorithm Overhead: FCFS incurs O(1) scheduling logic with zero kernel-mode context switches.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Superior Cache Locality: Threads remain warm on their allocated physical cores without thread migration.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Zero System Call Penalties: No periodic SetThreadPriority or watchdog timer interrupts.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When CPU cores have idle capacity (core slack), FCFS matches or slightly beats Adaptive because priority management overhead is avoided.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When Adaptive is Vital (High Saturation)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Preemptive Guarantee: Prevents heavy compute jobs from holding the CPU hostage.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Interactive Latency Slashed: Reduces browser load times by &gt;50% and eliminates UI freezing.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Acceptable Trade-off: Background computation experiences a minor makespan penalty in exchange for human UI responsiveness.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Starvation Immunity: Dynamic aging ensures long batch tasks always achieve forward progress.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Reflects the architectural philosophy of modern production schedulers (Linux CFS, Windows NT Priority Bands).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Takeaways &amp; Academic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Demonstrated results, engineering accomplishments, and standalone portability.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</a:defRPr>
            </a:pPr>
            <a:r>
              <a:t>Project Accomplishments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1. Full-Stack Native Implementation: C99 backend + embedded HTTP server + live browser frontend with zero external dependencies.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2. Real Application Validation: Moving beyond synthetic toys by measuring actual multi-process Google Chrome browser execution.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3. Live Preemption Demonstration: Visibly showing the Convoy Effect under FCFS and its resolution via Adaptive Priority modulation.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4. Academic Rigor: Truthful reporting, sub-microsecond QPC timing, and empirical validation of theoretical OS principles.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82136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Artifacts &amp; Open Source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• Standalone Release ZIP: Portable package containing adaptive_scheduler.exe and web assets; runs on any modern 64-bit Windows laptop with double-click execution.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• Public GitHub Repository: Fully open-sourced at: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  https://github.com/Aryan786122/adaptive-cpu-scheduling-optimizer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• Tagged Release v0.1.0 with attached precompiled portable binaries.</a:t>
            </a:r>
          </a:p>
          <a:p>
            <a:pPr>
              <a:spcAft>
                <a:spcPts val="600"/>
              </a:spcAft>
              <a:defRPr sz="1100">
                <a:solidFill>
                  <a:srgbClr val="F8FAFC"/>
                </a:solidFill>
              </a:defRPr>
            </a:pPr>
            <a:r>
              <a:t>• • Comprehensive Documentation: Full theory write-up, reproducible benchmark instructions, and architectural breakdown.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