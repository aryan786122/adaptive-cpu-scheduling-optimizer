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3108960" cy="3200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C"/>
                </a:solidFill>
              </a:defRPr>
            </a:pPr>
            <a:r>
              <a:t>OPERATING SYSTEMS RESEARCH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Adaptive CPU Scheduling Optimizer</a:t>
            </a:r>
          </a:p>
          <a:p>
            <a:pPr>
              <a:defRPr sz="2400" b="1">
                <a:solidFill>
                  <a:srgbClr val="38BDF8"/>
                </a:solidFill>
              </a:defRPr>
            </a:pPr>
            <a:r>
              <a:t>Using Real-System Workload Analysis on Windows 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An empirical demonstration comparing First-Come, First-Served (FCFS) Baseline vs. Workload-Aware Priority Modulation with Dynamic Aging Watchdogs under hardware-saturating CPU contention and multi-tab browser workloads.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3474720" cy="14630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Core Technology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Native Win32 C99 Engine (Zero Python/Node dependencies on 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572000"/>
            <a:ext cx="3474720" cy="14630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4663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t>Hardware Grounding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QueryPerformanceCounter (&lt;1µs precision) &amp; Live Win32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4572000"/>
            <a:ext cx="3474720" cy="14630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4663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Real Application Workload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Automated 10-Tab Google Chrome / Microsoft Edge Contention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The Challenge: Interactive Responsiveness Under CPU Contention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Why standard non-preemptive or equal-share scheduling causes severe user experience degradation.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The Real-World Bottleneck: The Convoy Effect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Modern desktops concurrently run long batch operations (cryptographic hashing, data analytics, media rendering) alongside latency-critical interactive applications (web browsers, GUIs).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Under naive First-Come, First-Served (FCFS) or equal-share round-robin scheduling, short interactive tasks are placed at the rear of ready queues.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Interactive requests must wait for long compute-bound jobs to exhaust their CPU quanta (Head-of-Line Blocking).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Consequence: Dropped display frames, input lag, unresponsive UI, and degraded user satisfaction despite multi-core modern hardware.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Research Objectives &amp; Project Scope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Design and implement a workload-aware user-space scheduling optimizer targeting modern multi-core Windows architectures.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Ground scheduling decisions in live Win32 system telemetry (host CPU load, active threads, available cores).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Demonstrate cooperative preemption and dynamic Win32 thread priority modulation (Normal vs Lowest).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Integrate an Aging Watchdog mechanism to mathematically eliminate starvation of background jobs.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Validate results empirically through both a theoretical synthetic lab and an automated 10-tab live Google Chrome benchmark.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THEORETICAL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Core Operating System Scheduling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The mathematical and algorithmic tenets implemented and visualized in this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1. FCFS &amp; Head-of-Line Blocking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Jobs are dispatched strictly in arrival sequence without interruption.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Algorithm complexity is minimal: O(1) queue insertion and removal.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scheduling overhead and excellent hardware cache locality.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Critical weakness: Severe variance in waiting time (Convoy Effect) when long burst tasks arrive prior to short interactive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2. Priority &amp; Preemption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Tasks are classified into priority tiers based on burst profile and interactivity.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Interactive tasks receive elevated priority; computational batch jobs are demoted.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Preemptive Dispatch: The scheduler interrupts executing low-priority threads the microsecond a high-priority task arrives.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Slashes interactive queue wait time by up to 90%.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3. Dynamic Aging &amp; Starvation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Fundamental risk of pure priority scheduling: Starvation (indefinite blocking of batch tasks).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Solution: Dynamic Aging Watchdog.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As a low-priority thread waits in the ready queue, its effective priority increases monotonically with time.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 our implementation: Threshold of 1,200ms triggers a temporary boost to guarantee forward execution progress.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ENGINEERING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Native Win32 C99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Lightweight, dependency-free implementation interacting directly with Windows NT kernel APIs.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High-Precision Hardware Timing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Utilizes Windows QueryPerformanceCounter (QPC) and QueryPerformanceFrequency.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Sub-microsecond timer resolution (~10 MHz clock frequency).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Accurately measures arrival delays, CPU service times, and queue latency with zero simulated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28600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Kernel Interfacing &amp; Thread Modulation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Uses Win32 SetThreadPriority to modulate worker priorities (NORMAL level 8 vs LOWEST level 4).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Leak-proof process lifecycle managed via Win32 Job Objects (JOB_OBJECT_LIMIT_KILL_ON_JOB_CLOSE).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Hardware-aware concurrency: automatically detects and saturates all host logical processors.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Full-Stack Embedded Web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Runtime Dependencies: Fully written in standard ISO C99; zero Python, Node.js, or external web servers required on target PC.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Embedded Win32 Winsock HTTP Server: High-performance non-blocking socket loop serving static web UI and REST JSON endpoints.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RESTful Control Endpoints: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• /api/telemetry — Host hardware specs &amp; live CPU load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• /api/experiment/run_fcfs &amp; run_adaptive — Theory lab execution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• /api/real_browser/start &amp; status — Live browser benchmark orchestration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Single-Screen Responsive Dashboard: Built with native HTML5 Canvas, modern CSS, and JavaScript event loops.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REAL-WORLD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Experiment 1: 10-Tab Browser Contention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Real-time orchestration interface executing hardware-saturating background threads and Chrome tabs.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4389120" cy="21945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02335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1. Background CPU Contention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Spawns 24 concurrent worker threads matching host logical processors.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Continuous pseudo-SHA256 &amp; matrix arithmetic rounds without sleep.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Generates genuine CPU core saturation and thread queue contention.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4389120" cy="228600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402335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2. Isolated 10-Tab Chrome Launch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Launches Chrome in isolated sandbox profile (%TEMP%\sched_browser_test_*).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User personal browser profile and bookmarks remain 100% untouched.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Win32 Job Object cleanly terminates test tabs upon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600200"/>
            <a:ext cx="6217920" cy="475487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VISUAL EXECUTION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Side-by-Side In-Tab Behavior: FCFS vs Adaptive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Visual comparison of active Chrome rendering tabs under Policy A (FCFS) vs Policy B (Adaptive Priority).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303520" cy="3200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tab_fc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31089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846320"/>
            <a:ext cx="5212080" cy="164592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Policy A: FCFS Baseline (Head-of-Line Blocking)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Notice the bright Amber Banner: QUEUE CONVOY EFFECT.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Progress bar creeps slowly across the screen (crawling for ~11 seconds).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Status badge confirms: Queue Stalled: Waiting for Background Slices.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00200"/>
            <a:ext cx="5303520" cy="3200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_tab_adap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1089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4846320"/>
            <a:ext cx="5212080" cy="164592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9834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Policy B: Adaptive Priority (Preemptive Execution)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Notice the bright Cyan Banner: ADAPTIVE PREEMPTION: Immediate CPU Access.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Progress bar rushes smoothly across the screen (finishing in ~5 seconds).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Status badge confirms: Direct Preemption: Active CPU Quanta.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Quantitative Findings: 52.9% Faster Page Responsiveness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Real millisecond measurements collected across 10 concurrent tabs on an Intel Core i7-13700HX (24 Cores).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10789919" cy="3108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bars_and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709160"/>
            <a:ext cx="3383280" cy="17373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175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1. Page Load Latency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FCFS Baseline: 11,564.3 ms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Adaptive Priority: 5,448.3 ms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Outcome: 52.9% Faster Page Load (✔)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709160"/>
            <a:ext cx="3383280" cy="17373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30175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2. Event Loop Lag (Jitter)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FCFS Baseline: 98.2 ms delay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Adaptive Priority: 85.9 ms delay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Outcome: 12.6% Lower UI Delay (✔)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709160"/>
            <a:ext cx="3383280" cy="17373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846320"/>
            <a:ext cx="30175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3. Visual Gantt Timeline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Orange FCFS bar spans full 100% width.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Blue Adaptive bar is cut in half (47%).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Provides unmistakable visual proof on screen.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PEDAGOGICAL THEORY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Experiment 2: 4-Stage Guided OS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Connecting real Windows telemetry to calibrated workloads and interactive task injection.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6217920" cy="475487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theory_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126480" cy="4663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645920"/>
            <a:ext cx="4389120" cy="21945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783080"/>
            <a:ext cx="402335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38BDF8"/>
                </a:solidFill>
              </a:defRPr>
            </a:pPr>
            <a:r>
              <a:t>Stage 1: System Baseline Telemetry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Captures genuine host hardware telemetry via NtQuerySystemInformation.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Samples live CPU utilization, physical core count, and system threads.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Calculates workload scaling factors and tunes aging thresholds based on live host 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023360"/>
            <a:ext cx="4389120" cy="228600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4160520"/>
            <a:ext cx="402335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Stage 2: Workload Mix Preparation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Prepares a controlled synthetic job queue: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  • B1: Long CPU-bound matrix computation (2,400ms)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  • B2: Memory-stride cache pressure worker (1,800ms)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  • I1: Short interactive UI click request (35ms)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Reveals the Convoy Effect under controlled lab conditions.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PREEMPTION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Stage 3 &amp; 4: Live Preemption &amp; Microsecond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Observing live request injection and inspecting sub-microsecond dual Gantt execution traces.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4389120" cy="219456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02335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Stage 3: Interactive Request Injection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User clicks 'Submit Urgent Request' while long compute job B1 is executing.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FCFS: Urgent task is blocked in the ready queue until B1 completely finishes (2,400ms lag).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Adaptive: B1 cooperative checkpoint yields CPU within 15ms; urgent task finishes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4389120" cy="228600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402335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Stage 4: Recorded-Event Replay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Interactive playback inspector with Play, Pause, Step Back, and Step Forward controls.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Inspects exact QPC arrival timestamps and dispatcher transition states.</a:t>
            </a:r>
          </a:p>
          <a:p>
            <a:pPr>
              <a:spcAft>
                <a:spcPts val="400"/>
              </a:spcAft>
              <a:defRPr sz="1000">
                <a:solidFill>
                  <a:srgbClr val="F8FAFC"/>
                </a:solidFill>
              </a:defRPr>
            </a:pPr>
            <a:r>
              <a:t>• Dual microsecond Gantt tracks visibly verify task preemption and resumption slices.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600200"/>
            <a:ext cx="6217920" cy="475487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_stage34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THEORETICAL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The Fundamental Operating System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Why no single scheduling algorithm is universally superior under all operating conditions.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When FCFS is Optimal (Low Contention)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Algorithm Overhead: FCFS incurs O(1) scheduling logic with zero kernel-mode context switches.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Superior Cache Locality: Threads remain warm on their allocated physical cores without thread migration.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System Call Penalties: No periodic SetThreadPriority or watchdog timer interrupts.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When CPU cores have idle capacity (core slack), FCFS matches or slightly beats Adaptive because priority management overhead is avoided.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When Adaptive is Vital (High Saturation)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Preemptive Guarantee: Prevents heavy compute jobs from holding the CPU hostage.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Interactive Latency Slashed: Reduces browser load times by &gt;50% and eliminates UI freezing.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Acceptable Trade-off: Background computation experiences a minor makespan penalty in exchange for human UI responsiveness.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Starvation Immunity: Dynamic aging ensures long batch tasks always achieve forward progress.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Reflects the architectural philosophy of modern production schedulers (Linux CFS, Windows NT Priority Bands).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Verification, Testing &amp; Zero-Dependency Portability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How the system was compiled, verified, and packaged for standalone classroom demonstrations.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Automated Verification Pipeline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Native C99 GCC Compilation (-O2 -Wall -std=c99): Zero errors across all subsystem modules.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Standalone Packaging Smoke Test (5/5 Stages Passed):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1. Extraction to clean temp directory: binary and assets verified.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2. Standalone launch on non-standard port (8098).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3. Win32 telemetry API live query verification.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4. Web asset delivery (HTTP 200 OK across HTML, CSS, JS).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5. Graceful termination and cleanup.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Leak-Proof Process Safety: Windows Job Objects ensure no orphaned Chrome processes remain.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Zero-Dependency Standalone Release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Self-Contained Binary: adaptive_scheduler.exe statically links all required Win32 APIs (ws2_32, shell32, advapi32).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Target Machine Requirements: Zero Python, zero Node.js, and zero build toolchains required on the professor's or student's laptop.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Run Anywhere: Simply extract the release ZIP and double-click adaptive_scheduler.exe.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Automatic Browser Launch: Automatically probes available local ports (8000-8024) and launches default web browser.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SUMMARY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Key Takeaways &amp; Open-Source Academic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Demonstrated results, engineering accomplishments, and public open-source repository.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Key Project Accomplishments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1. Full-Stack Native Implementation: C99 backend + embedded HTTP server + live browser frontend with zero external dependencies.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2. Real Application Validation: Moving beyond synthetic toys by measuring actual multi-process Google Chrome browser execution.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3. Live Preemption Demonstration: Visibly showing the Convoy Effect under FCFS and its resolution via Adaptive Priority modulation.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4. Academic Rigor: Truthful reporting, sub-microsecond QPC timing, and empirical validation of theoretical OS principles.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Public Deliverables &amp; GitHub Release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Standalone Release ZIP: Portable package containing adaptive_scheduler.exe and web assets.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Public GitHub Repository: Fully open-sourced at: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https://github.com/Aryan786122/adaptive-cpu-scheduling-optimizer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Tagged Release v0.1.0 with attached precompiled portable binaries and presentation deck.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• Comprehensive Documentation: Full theory write-up, reproducible benchmark instructions, and architectural breakdown.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